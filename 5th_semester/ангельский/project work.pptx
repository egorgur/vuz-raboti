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931657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7015194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317206238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911904732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747591498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8208577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382907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754729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272941929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13B6D0-7546-CE54-56FE-EAC9B84F24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0FF368-51F0-D4D1-E6D6-EC90F16587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8FF407-1098-768A-1B80-7E56010BCB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29CE3B-276C-6CA2-0D61-11EECA4878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76B43C-AAED-FAA8-82D5-01CB3EEEC5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3BBF02-5744-C803-E85C-272141FD87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11BB22-D9FB-6838-E7B8-545B7254D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9976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04653371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73473077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80810202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04665237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10793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841878704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91278603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08111866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40767271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652158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474791394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55715759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297648693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12387750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48175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432877725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35558081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057808214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832422309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17289048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223974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9367136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5475762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090558169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12058287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95310343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972412322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75141817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58749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53829835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697296009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841769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617293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062444526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74341447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57569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705254399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27327300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91676623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328672401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70454202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692879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35424848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749569817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1126848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86674235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6026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06608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131204956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864306987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51922296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115949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042688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722572756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2609937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848113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46850900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241938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38273542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10880097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042900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192388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787152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ru-RU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Unseen Observer </a:t>
            </a:r>
            <a:endParaRPr lang="ru-RU"/>
          </a:p>
        </p:txBody>
      </p:sp>
      <p:sp>
        <p:nvSpPr>
          <p:cNvPr id="1886968720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Spyware in Our Digital Lives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94179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</a:t>
            </a:r>
            <a:r>
              <a:rPr lang="ru-RU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hat exactly is spyware?</a:t>
            </a:r>
            <a:endParaRPr/>
          </a:p>
        </p:txBody>
      </p:sp>
      <p:sp>
        <p:nvSpPr>
          <p:cNvPr id="1680351654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pyware is malicious software designed to infiltrate your device, gather information about you and your activities without your knowledge or consent, and send that data to a third party</a:t>
            </a:r>
            <a:endParaRPr/>
          </a:p>
        </p:txBody>
      </p:sp>
      <p:pic>
        <p:nvPicPr>
          <p:cNvPr id="60521910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261305" y="3371681"/>
            <a:ext cx="16011524" cy="36671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41758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Spyware History</a:t>
            </a:r>
            <a:endParaRPr/>
          </a:p>
        </p:txBody>
      </p:sp>
      <p:sp>
        <p:nvSpPr>
          <p:cNvPr id="870320021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484173" y="1825624"/>
            <a:ext cx="5400273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history of spyware mirrors the history of personal computing. The term itself became common in the mid-1990s, but the concept is older.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It's a journey from nuisance adware to a powerful, global surveillance ecosystem.</a:t>
            </a:r>
            <a:endParaRPr/>
          </a:p>
        </p:txBody>
      </p:sp>
      <p:pic>
        <p:nvPicPr>
          <p:cNvPr id="73513116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575641" y="2244678"/>
            <a:ext cx="6232448" cy="3513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30649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Spyware </a:t>
            </a: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Examples</a:t>
            </a:r>
            <a:endParaRPr/>
          </a:p>
        </p:txBody>
      </p:sp>
      <p:sp>
        <p:nvSpPr>
          <p:cNvPr id="872875501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Examples range from the relatively benign but intrusive adware that tracks your browsing to serve you targeted ads, to more dangerous forms</a:t>
            </a:r>
            <a:endParaRPr/>
          </a:p>
        </p:txBody>
      </p:sp>
      <p:pic>
        <p:nvPicPr>
          <p:cNvPr id="20601097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362455" y="3665607"/>
            <a:ext cx="4695824" cy="3362324"/>
          </a:xfrm>
          <a:prstGeom prst="rect">
            <a:avLst/>
          </a:prstGeom>
        </p:spPr>
      </p:pic>
      <p:pic>
        <p:nvPicPr>
          <p:cNvPr id="131190880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282035" y="3665607"/>
            <a:ext cx="4886324" cy="3305174"/>
          </a:xfrm>
          <a:prstGeom prst="rect">
            <a:avLst/>
          </a:prstGeom>
        </p:spPr>
      </p:pic>
      <p:pic>
        <p:nvPicPr>
          <p:cNvPr id="25944664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019247" y="3675132"/>
            <a:ext cx="4819649" cy="3343275"/>
          </a:xfrm>
          <a:prstGeom prst="rect">
            <a:avLst/>
          </a:prstGeom>
        </p:spPr>
      </p:pic>
      <p:pic>
        <p:nvPicPr>
          <p:cNvPr id="1052633514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-463605" y="3573782"/>
            <a:ext cx="6230044" cy="3488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63199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</a:t>
            </a:r>
            <a:r>
              <a:rPr lang="ru-RU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ow does this negatively affect our lives?</a:t>
            </a:r>
            <a:endParaRPr/>
          </a:p>
        </p:txBody>
      </p:sp>
      <p:sp>
        <p:nvSpPr>
          <p:cNvPr id="1073698867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5287302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183163" y="1825624"/>
            <a:ext cx="7730442" cy="50773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48821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How can we fight back and protect ourselves?</a:t>
            </a:r>
            <a:endParaRPr/>
          </a:p>
        </p:txBody>
      </p:sp>
      <p:sp>
        <p:nvSpPr>
          <p:cNvPr id="375544125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6217048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8296" y="1643237"/>
            <a:ext cx="12213914" cy="5535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75533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</a:t>
            </a:r>
            <a:r>
              <a:rPr lang="ru-RU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onclusion</a:t>
            </a:r>
            <a:endParaRPr/>
          </a:p>
        </p:txBody>
      </p:sp>
      <p:sp>
        <p:nvSpPr>
          <p:cNvPr id="582800236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Spyware represents one of the most insidious threats in the digital age. It commodifies our privacy, jeopardizes our security, and undermines the trust that our connected world is built upon</a:t>
            </a:r>
            <a:endParaRPr/>
          </a:p>
        </p:txBody>
      </p:sp>
      <p:pic>
        <p:nvPicPr>
          <p:cNvPr id="168199635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115845" y="3759475"/>
            <a:ext cx="5960309" cy="3133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92001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374862360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0708722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291" y="1491512"/>
            <a:ext cx="12213915" cy="5535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2025-12-10T05:45:34Z</dcterms:modified>
</cp:coreProperties>
</file>